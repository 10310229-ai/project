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65" r:id="rId3"/>
    <p:sldId id="263" r:id="rId4"/>
    <p:sldId id="257" r:id="rId5"/>
    <p:sldId id="258" r:id="rId6"/>
    <p:sldId id="259" r:id="rId7"/>
    <p:sldId id="260" r:id="rId8"/>
    <p:sldId id="261" r:id="rId9"/>
    <p:sldId id="264"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3CA668-C73A-4ECF-82B4-0DB23900B6AC}">
          <p14:sldIdLst>
            <p14:sldId id="256"/>
            <p14:sldId id="265"/>
            <p14:sldId id="263"/>
          </p14:sldIdLst>
        </p14:section>
        <p14:section name="Untitled Section" id="{6F41B72A-4ED3-4A97-BE9A-924A85526CBC}">
          <p14:sldIdLst>
            <p14:sldId id="257"/>
            <p14:sldId id="258"/>
            <p14:sldId id="259"/>
            <p14:sldId id="260"/>
            <p14:sldId id="261"/>
            <p14:sldId id="264"/>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49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854498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1407092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2291754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F5DA5BC-9C09-4259-8F54-53652A101201}" type="datetimeFigureOut">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2622470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F5DA5BC-9C09-4259-8F54-53652A101201}" type="datetimeFigureOut">
              <a:rPr lang="en-US" smtClean="0"/>
              <a:t>2/27/2024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1778880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F5DA5BC-9C09-4259-8F54-53652A101201}" type="datetimeFigureOut">
              <a:rPr lang="en-US" smtClean="0"/>
              <a:t>2/27/2024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1551728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5DA5BC-9C09-4259-8F54-53652A101201}" type="datetimeFigureOut">
              <a:rPr lang="en-US" smtClean="0"/>
              <a:t>2/27/2024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905758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5DA5BC-9C09-4259-8F54-53652A101201}" type="datetimeFigureOut">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3921065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5DA5BC-9C09-4259-8F54-53652A101201}" type="datetimeFigureOut">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1995067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831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4185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619391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21576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3630757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1151690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5DA5BC-9C09-4259-8F54-53652A101201}" type="datetimeFigureOut">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9D5AD-A3BB-420B-BE2A-B03D6C0828CB}" type="slidenum">
              <a:rPr lang="en-US" smtClean="0"/>
              <a:t>‹#›</a:t>
            </a:fld>
            <a:endParaRPr lang="en-US"/>
          </a:p>
        </p:txBody>
      </p:sp>
    </p:spTree>
    <p:extLst>
      <p:ext uri="{BB962C8B-B14F-4D97-AF65-F5344CB8AC3E}">
        <p14:creationId xmlns:p14="http://schemas.microsoft.com/office/powerpoint/2010/main" val="4014584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F5DA5BC-9C09-4259-8F54-53652A101201}" type="datetimeFigureOut">
              <a:rPr lang="en-US" smtClean="0"/>
              <a:t>2/27/2024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2F9D5AD-A3BB-420B-BE2A-B03D6C0828CB}" type="slidenum">
              <a:rPr lang="en-US" smtClean="0"/>
              <a:t>‹#›</a:t>
            </a:fld>
            <a:endParaRPr lang="en-US"/>
          </a:p>
        </p:txBody>
      </p:sp>
    </p:spTree>
    <p:extLst>
      <p:ext uri="{BB962C8B-B14F-4D97-AF65-F5344CB8AC3E}">
        <p14:creationId xmlns:p14="http://schemas.microsoft.com/office/powerpoint/2010/main" val="71841480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477607"/>
            <a:ext cx="7766936" cy="1646302"/>
          </a:xfrm>
        </p:spPr>
        <p:txBody>
          <a:bodyPr/>
          <a:lstStyle/>
          <a:p>
            <a:r>
              <a:rPr lang="en-US" sz="3200" dirty="0"/>
              <a:t/>
            </a:r>
            <a:br>
              <a:rPr lang="en-US" sz="3200" dirty="0"/>
            </a:br>
            <a:endParaRPr lang="en-US" b="1" u="sng" dirty="0">
              <a:solidFill>
                <a:schemeClr val="tx1"/>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90389" y="4321479"/>
            <a:ext cx="7883614" cy="1252603"/>
          </a:xfrm>
        </p:spPr>
        <p:txBody>
          <a:bodyPr>
            <a:noAutofit/>
          </a:bodyPr>
          <a:lstStyle/>
          <a:p>
            <a:pPr algn="ctr"/>
            <a:endParaRPr lang="en-US" sz="1600" dirty="0" smtClean="0"/>
          </a:p>
          <a:p>
            <a:pPr algn="ctr"/>
            <a:r>
              <a:rPr lang="en-US" sz="4000" b="1" dirty="0" smtClean="0">
                <a:solidFill>
                  <a:schemeClr val="tx1"/>
                </a:solidFill>
                <a:effectLst>
                  <a:outerShdw blurRad="38100" dist="38100" dir="2700000" algn="tl">
                    <a:srgbClr val="000000">
                      <a:alpha val="43137"/>
                    </a:srgbClr>
                  </a:outerShdw>
                </a:effectLst>
              </a:rPr>
              <a:t>COMPUTER HARDWARE </a:t>
            </a:r>
            <a:endParaRPr lang="en-US" sz="4000" b="1" dirty="0">
              <a:solidFill>
                <a:schemeClr val="tx1"/>
              </a:solidFill>
              <a:effectLst>
                <a:outerShdw blurRad="38100" dist="38100" dir="2700000" algn="tl">
                  <a:srgbClr val="000000">
                    <a:alpha val="43137"/>
                  </a:srgbClr>
                </a:outerShdw>
              </a:effectLs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6122" y="100208"/>
            <a:ext cx="4495800" cy="4572000"/>
          </a:xfrm>
          <a:prstGeom prst="rect">
            <a:avLst/>
          </a:prstGeom>
        </p:spPr>
      </p:pic>
    </p:spTree>
    <p:extLst>
      <p:ext uri="{BB962C8B-B14F-4D97-AF65-F5344CB8AC3E}">
        <p14:creationId xmlns:p14="http://schemas.microsoft.com/office/powerpoint/2010/main" val="1327798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chemeClr val="tx1"/>
                </a:solidFill>
                <a:effectLst>
                  <a:outerShdw blurRad="38100" dist="38100" dir="2700000" algn="tl">
                    <a:srgbClr val="000000">
                      <a:alpha val="43137"/>
                    </a:srgbClr>
                  </a:outerShdw>
                </a:effectLst>
              </a:rPr>
              <a:t>COMPUTER HARDWARE PRESENTATION </a:t>
            </a:r>
            <a:r>
              <a:rPr lang="en-US" b="1" u="sng" dirty="0" smtClean="0">
                <a:solidFill>
                  <a:schemeClr val="tx1"/>
                </a:solidFill>
                <a:effectLst>
                  <a:outerShdw blurRad="38100" dist="38100" dir="2700000" algn="tl">
                    <a:srgbClr val="000000">
                      <a:alpha val="43137"/>
                    </a:srgbClr>
                  </a:outerShdw>
                </a:effectLst>
              </a:rPr>
              <a:t>              BY </a:t>
            </a:r>
            <a:r>
              <a:rPr lang="en-US" b="1" u="sng" dirty="0">
                <a:solidFill>
                  <a:schemeClr val="tx1"/>
                </a:solidFill>
                <a:effectLst>
                  <a:outerShdw blurRad="38100" dist="38100" dir="2700000" algn="tl">
                    <a:srgbClr val="000000">
                      <a:alpha val="43137"/>
                    </a:srgbClr>
                  </a:outerShdw>
                </a:effectLst>
              </a:rPr>
              <a:t>GROUP 7</a:t>
            </a:r>
            <a:endParaRPr lang="en-US" dirty="0"/>
          </a:p>
        </p:txBody>
      </p:sp>
      <p:sp>
        <p:nvSpPr>
          <p:cNvPr id="3" name="Content Placeholder 2"/>
          <p:cNvSpPr>
            <a:spLocks noGrp="1"/>
          </p:cNvSpPr>
          <p:nvPr>
            <p:ph idx="1"/>
          </p:nvPr>
        </p:nvSpPr>
        <p:spPr>
          <a:xfrm>
            <a:off x="564600" y="2977227"/>
            <a:ext cx="8596668" cy="3880773"/>
          </a:xfrm>
        </p:spPr>
        <p:txBody>
          <a:bodyPr/>
          <a:lstStyle/>
          <a:p>
            <a:pPr marL="0" indent="0" algn="ctr">
              <a:buNone/>
            </a:pPr>
            <a:r>
              <a:rPr lang="en-US" sz="4000" b="1" dirty="0">
                <a:solidFill>
                  <a:schemeClr val="tx1"/>
                </a:solidFill>
                <a:effectLst>
                  <a:outerShdw blurRad="38100" dist="38100" dir="2700000" algn="tl">
                    <a:srgbClr val="000000">
                      <a:alpha val="43137"/>
                    </a:srgbClr>
                  </a:outerShdw>
                </a:effectLst>
              </a:rPr>
              <a:t>Name of </a:t>
            </a:r>
            <a:r>
              <a:rPr lang="en-US" sz="4000" b="1" dirty="0" smtClean="0">
                <a:solidFill>
                  <a:schemeClr val="tx1"/>
                </a:solidFill>
                <a:effectLst>
                  <a:outerShdw blurRad="38100" dist="38100" dir="2700000" algn="tl">
                    <a:srgbClr val="000000">
                      <a:alpha val="43137"/>
                    </a:srgbClr>
                  </a:outerShdw>
                </a:effectLst>
              </a:rPr>
              <a:t>lecturer</a:t>
            </a:r>
            <a:endParaRPr lang="en-US" dirty="0" smtClean="0">
              <a:solidFill>
                <a:schemeClr val="tx1"/>
              </a:solidFill>
              <a:effectLst>
                <a:outerShdw blurRad="38100" dist="38100" dir="2700000" algn="tl">
                  <a:srgbClr val="000000">
                    <a:alpha val="43137"/>
                  </a:srgbClr>
                </a:outerShdw>
              </a:effectLst>
            </a:endParaRPr>
          </a:p>
          <a:p>
            <a:pPr marL="0" indent="0" algn="ctr">
              <a:buNone/>
            </a:pPr>
            <a:r>
              <a:rPr lang="en-US" dirty="0" smtClean="0"/>
              <a:t> </a:t>
            </a:r>
            <a:r>
              <a:rPr lang="en-US" sz="2800" dirty="0"/>
              <a:t>Bright S.K. </a:t>
            </a:r>
            <a:r>
              <a:rPr lang="en-US" sz="2800" dirty="0" err="1"/>
              <a:t>Anibrika</a:t>
            </a:r>
            <a:endParaRPr lang="en-US" sz="2800" dirty="0"/>
          </a:p>
          <a:p>
            <a:endParaRPr lang="en-US" sz="1050" dirty="0"/>
          </a:p>
          <a:p>
            <a:endParaRPr lang="en-US" dirty="0"/>
          </a:p>
        </p:txBody>
      </p:sp>
    </p:spTree>
    <p:extLst>
      <p:ext uri="{BB962C8B-B14F-4D97-AF65-F5344CB8AC3E}">
        <p14:creationId xmlns:p14="http://schemas.microsoft.com/office/powerpoint/2010/main" val="1828886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1"/>
                </a:solidFill>
                <a:effectLst>
                  <a:outerShdw blurRad="38100" dist="38100" dir="2700000" algn="tl">
                    <a:srgbClr val="000000">
                      <a:alpha val="43137"/>
                    </a:srgbClr>
                  </a:outerShdw>
                </a:effectLst>
              </a:rPr>
              <a:t>Computer Hardware</a:t>
            </a:r>
            <a:endParaRPr lang="en-US" b="1" u="sng"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b="1" u="sng" dirty="0"/>
              <a:t>Name of faculty</a:t>
            </a:r>
            <a:r>
              <a:rPr lang="en-US" dirty="0"/>
              <a:t>: Applied Science and Technology</a:t>
            </a:r>
          </a:p>
          <a:p>
            <a:r>
              <a:rPr lang="en-US" b="1" u="sng" dirty="0"/>
              <a:t>Name of department</a:t>
            </a:r>
            <a:r>
              <a:rPr lang="en-US" dirty="0"/>
              <a:t>: Computer Science </a:t>
            </a:r>
          </a:p>
          <a:p>
            <a:r>
              <a:rPr lang="en-US" b="1" u="sng" dirty="0"/>
              <a:t>Title of presentation</a:t>
            </a:r>
            <a:r>
              <a:rPr lang="en-US" dirty="0"/>
              <a:t>: Classification of all hardware devices </a:t>
            </a:r>
          </a:p>
          <a:p>
            <a:r>
              <a:rPr lang="en-US" b="1" u="sng" dirty="0"/>
              <a:t>Course Name</a:t>
            </a:r>
            <a:r>
              <a:rPr lang="en-US" dirty="0"/>
              <a:t>: computer Hardware</a:t>
            </a:r>
          </a:p>
          <a:p>
            <a:r>
              <a:rPr lang="en-US" b="1" u="sng" dirty="0" smtClean="0"/>
              <a:t>Name </a:t>
            </a:r>
            <a:r>
              <a:rPr lang="en-US" b="1" u="sng" dirty="0"/>
              <a:t>of group</a:t>
            </a:r>
            <a:r>
              <a:rPr lang="en-US" b="1" dirty="0"/>
              <a:t> </a:t>
            </a:r>
            <a:r>
              <a:rPr lang="en-US" b="1" u="sng" dirty="0" smtClean="0"/>
              <a:t>member and  Index number</a:t>
            </a:r>
          </a:p>
          <a:p>
            <a:r>
              <a:rPr lang="en-US" dirty="0" smtClean="0"/>
              <a:t> </a:t>
            </a:r>
            <a:r>
              <a:rPr lang="en-US" dirty="0" err="1"/>
              <a:t>Nsiah</a:t>
            </a:r>
            <a:r>
              <a:rPr lang="en-US" dirty="0"/>
              <a:t> </a:t>
            </a:r>
            <a:r>
              <a:rPr lang="en-US" dirty="0" err="1" smtClean="0"/>
              <a:t>Godfred</a:t>
            </a:r>
            <a:r>
              <a:rPr lang="en-US" dirty="0" smtClean="0"/>
              <a:t>                      04/2023/2145D</a:t>
            </a:r>
          </a:p>
          <a:p>
            <a:r>
              <a:rPr lang="en-US" dirty="0" smtClean="0"/>
              <a:t> </a:t>
            </a:r>
            <a:r>
              <a:rPr lang="en-US" dirty="0" err="1"/>
              <a:t>Asiwoko</a:t>
            </a:r>
            <a:r>
              <a:rPr lang="en-US" dirty="0"/>
              <a:t> </a:t>
            </a:r>
            <a:r>
              <a:rPr lang="en-US" dirty="0" smtClean="0"/>
              <a:t>Enoch                      04/2023/2091D</a:t>
            </a:r>
          </a:p>
          <a:p>
            <a:r>
              <a:rPr lang="en-US" dirty="0" smtClean="0"/>
              <a:t> </a:t>
            </a:r>
            <a:r>
              <a:rPr lang="en-US" dirty="0" err="1"/>
              <a:t>Asare</a:t>
            </a:r>
            <a:r>
              <a:rPr lang="en-US" dirty="0"/>
              <a:t> </a:t>
            </a:r>
            <a:r>
              <a:rPr lang="en-US" dirty="0" err="1"/>
              <a:t>Enock</a:t>
            </a:r>
            <a:r>
              <a:rPr lang="en-US" dirty="0"/>
              <a:t> </a:t>
            </a:r>
            <a:r>
              <a:rPr lang="en-US" dirty="0" smtClean="0"/>
              <a:t>:                        04/2023/2187D</a:t>
            </a:r>
          </a:p>
          <a:p>
            <a:r>
              <a:rPr lang="en-US" dirty="0" smtClean="0"/>
              <a:t> </a:t>
            </a:r>
            <a:r>
              <a:rPr lang="en-US" dirty="0" err="1"/>
              <a:t>Degadzor</a:t>
            </a:r>
            <a:r>
              <a:rPr lang="en-US" dirty="0"/>
              <a:t> </a:t>
            </a:r>
            <a:r>
              <a:rPr lang="en-US" dirty="0" smtClean="0"/>
              <a:t>Bright                    04/2023/0705D</a:t>
            </a:r>
          </a:p>
          <a:p>
            <a:r>
              <a:rPr lang="en-US" dirty="0" smtClean="0"/>
              <a:t> </a:t>
            </a:r>
            <a:r>
              <a:rPr lang="en-US" dirty="0"/>
              <a:t>Asante Andrew </a:t>
            </a:r>
            <a:r>
              <a:rPr lang="en-US" dirty="0" err="1"/>
              <a:t>Kwasi</a:t>
            </a:r>
            <a:r>
              <a:rPr lang="en-US" dirty="0"/>
              <a:t>  </a:t>
            </a:r>
            <a:r>
              <a:rPr lang="en-US" dirty="0" smtClean="0"/>
              <a:t>           04/2023/2061D</a:t>
            </a:r>
            <a:endParaRPr lang="en-US" dirty="0"/>
          </a:p>
          <a:p>
            <a:endParaRPr lang="en-US" dirty="0"/>
          </a:p>
        </p:txBody>
      </p:sp>
    </p:spTree>
    <p:extLst>
      <p:ext uri="{BB962C8B-B14F-4D97-AF65-F5344CB8AC3E}">
        <p14:creationId xmlns:p14="http://schemas.microsoft.com/office/powerpoint/2010/main" val="2758192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252" y="352599"/>
            <a:ext cx="10515600" cy="1325563"/>
          </a:xfrm>
        </p:spPr>
        <p:txBody>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endParaRPr lang="en-US" b="1" u="sng"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u="sng" dirty="0" smtClean="0"/>
              <a:t>What are hardware devices</a:t>
            </a:r>
            <a:r>
              <a:rPr lang="en-US" dirty="0" smtClean="0"/>
              <a:t>: They are the external and internal devices and equipment that enable you to perform a major function of a computer system. Hardware are group into various type which include  input devices, processing devices, output devices, storage devices and data communication devices. Example of hardware devices include mouse, keyboard, monitor, system unit, etc. </a:t>
            </a:r>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4137" y="4414653"/>
            <a:ext cx="5627905" cy="1657350"/>
          </a:xfrm>
          <a:prstGeom prst="rect">
            <a:avLst/>
          </a:prstGeom>
        </p:spPr>
      </p:pic>
    </p:spTree>
    <p:extLst>
      <p:ext uri="{BB962C8B-B14F-4D97-AF65-F5344CB8AC3E}">
        <p14:creationId xmlns:p14="http://schemas.microsoft.com/office/powerpoint/2010/main" val="23572291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r>
              <a:rPr lang="en-US" dirty="0" smtClean="0"/>
              <a:t/>
            </a:r>
            <a:br>
              <a:rPr lang="en-US" dirty="0" smtClean="0"/>
            </a:br>
            <a:r>
              <a:rPr lang="en-US" b="1" u="sng" dirty="0"/>
              <a:t/>
            </a:r>
            <a:br>
              <a:rPr lang="en-US" b="1" u="sng" dirty="0"/>
            </a:br>
            <a:endParaRPr lang="en-US" dirty="0"/>
          </a:p>
        </p:txBody>
      </p:sp>
      <p:sp>
        <p:nvSpPr>
          <p:cNvPr id="3" name="Content Placeholder 2"/>
          <p:cNvSpPr>
            <a:spLocks noGrp="1"/>
          </p:cNvSpPr>
          <p:nvPr>
            <p:ph idx="1"/>
          </p:nvPr>
        </p:nvSpPr>
        <p:spPr>
          <a:xfrm>
            <a:off x="124216" y="1270000"/>
            <a:ext cx="9683663" cy="4216400"/>
          </a:xfrm>
        </p:spPr>
        <p:txBody>
          <a:bodyPr>
            <a:normAutofit fontScale="92500" lnSpcReduction="10000"/>
          </a:bodyPr>
          <a:lstStyle/>
          <a:p>
            <a:pPr>
              <a:buFont typeface="Wingdings" panose="05000000000000000000" pitchFamily="2" charset="2"/>
              <a:buChar char="Ø"/>
            </a:pPr>
            <a:r>
              <a:rPr lang="en-US" b="1" u="sng" dirty="0" smtClean="0"/>
              <a:t>Classification of hardware</a:t>
            </a:r>
          </a:p>
          <a:p>
            <a:r>
              <a:rPr lang="en-US" dirty="0" smtClean="0"/>
              <a:t>Input devices</a:t>
            </a:r>
          </a:p>
          <a:p>
            <a:r>
              <a:rPr lang="en-US" dirty="0" smtClean="0"/>
              <a:t>Processing devices</a:t>
            </a:r>
          </a:p>
          <a:p>
            <a:r>
              <a:rPr lang="en-US" dirty="0" smtClean="0"/>
              <a:t>Output devices</a:t>
            </a:r>
          </a:p>
          <a:p>
            <a:r>
              <a:rPr lang="en-US" dirty="0" smtClean="0"/>
              <a:t>Storage devices </a:t>
            </a:r>
          </a:p>
          <a:p>
            <a:r>
              <a:rPr lang="en-US" dirty="0" smtClean="0"/>
              <a:t>Communication devices</a:t>
            </a:r>
          </a:p>
          <a:p>
            <a:endParaRPr lang="en-US" dirty="0"/>
          </a:p>
          <a:p>
            <a:pPr>
              <a:buFont typeface="Wingdings" panose="05000000000000000000" pitchFamily="2" charset="2"/>
              <a:buChar char="Ø"/>
            </a:pPr>
            <a:r>
              <a:rPr lang="en-US" b="1" u="sng" dirty="0" smtClean="0"/>
              <a:t>Input devices</a:t>
            </a:r>
          </a:p>
          <a:p>
            <a:r>
              <a:rPr lang="en-US" dirty="0" smtClean="0"/>
              <a:t>Input devices is any hardware component that  allows a user to enter data and give instruction to the computer. It is the stage  where we feed the computer with data to be convert it into machine readable form.  Example of common input devices include keyboard, mous</a:t>
            </a:r>
            <a:r>
              <a:rPr lang="en-US" dirty="0"/>
              <a:t>e</a:t>
            </a:r>
            <a:r>
              <a:rPr lang="en-US" dirty="0" smtClean="0"/>
              <a:t>, camera, microphone. Selecting the right input device for your needs is important for getting the most out of your computer. </a:t>
            </a:r>
            <a:endParaRPr lang="en-US" dirty="0"/>
          </a:p>
        </p:txBody>
      </p:sp>
    </p:spTree>
    <p:extLst>
      <p:ext uri="{BB962C8B-B14F-4D97-AF65-F5344CB8AC3E}">
        <p14:creationId xmlns:p14="http://schemas.microsoft.com/office/powerpoint/2010/main" val="34774400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endParaRPr lang="en-US" b="1" u="sng"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b="1" u="sng" dirty="0" smtClean="0"/>
              <a:t>Processing devices</a:t>
            </a:r>
          </a:p>
          <a:p>
            <a:r>
              <a:rPr lang="en-US" dirty="0" smtClean="0"/>
              <a:t>It is the transformation of the input data to more meaningful form in the CPU (Central Processing Unit). When a computer receives a data form an </a:t>
            </a:r>
            <a:r>
              <a:rPr lang="en-US" dirty="0" smtClean="0"/>
              <a:t>in</a:t>
            </a:r>
            <a:r>
              <a:rPr lang="en-US" dirty="0" smtClean="0"/>
              <a:t>put </a:t>
            </a:r>
            <a:r>
              <a:rPr lang="en-US" dirty="0" smtClean="0"/>
              <a:t>devices. Example keyboard it goes through an intermediate stage before it’s sent to an output devices. example monitor.</a:t>
            </a:r>
          </a:p>
          <a:p>
            <a:r>
              <a:rPr lang="en-US" b="1" u="sng" dirty="0" smtClean="0"/>
              <a:t>Example of processing devices</a:t>
            </a:r>
          </a:p>
          <a:p>
            <a:r>
              <a:rPr lang="en-US" dirty="0" smtClean="0"/>
              <a:t>CPU (central processing unit )</a:t>
            </a:r>
          </a:p>
          <a:p>
            <a:r>
              <a:rPr lang="en-US" dirty="0" smtClean="0"/>
              <a:t>GPU (Graphics Processing Unit )</a:t>
            </a:r>
          </a:p>
          <a:p>
            <a:r>
              <a:rPr lang="en-US" dirty="0" smtClean="0"/>
              <a:t>Motherboard</a:t>
            </a:r>
          </a:p>
          <a:p>
            <a:r>
              <a:rPr lang="en-US" dirty="0" smtClean="0"/>
              <a:t>Network card</a:t>
            </a:r>
          </a:p>
          <a:p>
            <a:r>
              <a:rPr lang="en-US" dirty="0" smtClean="0"/>
              <a:t>Sound card </a:t>
            </a:r>
          </a:p>
          <a:p>
            <a:r>
              <a:rPr lang="en-US" dirty="0" smtClean="0"/>
              <a:t>RAM (random Access Memory )</a:t>
            </a:r>
            <a:endParaRPr lang="en-US" dirty="0"/>
          </a:p>
        </p:txBody>
      </p:sp>
    </p:spTree>
    <p:extLst>
      <p:ext uri="{BB962C8B-B14F-4D97-AF65-F5344CB8AC3E}">
        <p14:creationId xmlns:p14="http://schemas.microsoft.com/office/powerpoint/2010/main" val="938748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r>
              <a:rPr lang="en-US" dirty="0"/>
              <a:t/>
            </a:r>
            <a:br>
              <a:rPr lang="en-US" dirty="0"/>
            </a:br>
            <a:endParaRPr lang="en-US" dirty="0"/>
          </a:p>
        </p:txBody>
      </p:sp>
      <p:sp>
        <p:nvSpPr>
          <p:cNvPr id="3" name="Content Placeholder 2"/>
          <p:cNvSpPr>
            <a:spLocks noGrp="1"/>
          </p:cNvSpPr>
          <p:nvPr>
            <p:ph idx="1"/>
          </p:nvPr>
        </p:nvSpPr>
        <p:spPr>
          <a:xfrm>
            <a:off x="449893" y="1741118"/>
            <a:ext cx="9671138" cy="5373665"/>
          </a:xfrm>
        </p:spPr>
        <p:txBody>
          <a:bodyPr>
            <a:normAutofit/>
          </a:bodyPr>
          <a:lstStyle/>
          <a:p>
            <a:pPr>
              <a:buFont typeface="Wingdings" panose="05000000000000000000" pitchFamily="2" charset="2"/>
              <a:buChar char="Ø"/>
            </a:pPr>
            <a:r>
              <a:rPr lang="en-US" b="1" u="sng" dirty="0" smtClean="0">
                <a:effectLst>
                  <a:outerShdw blurRad="38100" dist="38100" dir="2700000" algn="tl">
                    <a:srgbClr val="000000">
                      <a:alpha val="43137"/>
                    </a:srgbClr>
                  </a:outerShdw>
                </a:effectLst>
              </a:rPr>
              <a:t>Output devices</a:t>
            </a:r>
          </a:p>
          <a:p>
            <a:r>
              <a:rPr lang="en-US" dirty="0"/>
              <a:t>"Output devices are components of a computer system that provide information to users in various forms, such as text, images, sound, or video. Here's some information about common output devices</a:t>
            </a:r>
            <a:r>
              <a:rPr lang="en-US" dirty="0" smtClean="0"/>
              <a:t>:</a:t>
            </a:r>
          </a:p>
          <a:p>
            <a:r>
              <a:rPr lang="en-US" b="1" u="sng" dirty="0" smtClean="0"/>
              <a:t>Monito</a:t>
            </a:r>
            <a:r>
              <a:rPr lang="en-US" dirty="0" smtClean="0"/>
              <a:t>r</a:t>
            </a:r>
            <a:r>
              <a:rPr lang="en-US" dirty="0"/>
              <a:t>: Also known as a display screen or screen, a monitor visually displays text, images, videos, and other graphical information generated by the computer's CPU</a:t>
            </a:r>
            <a:r>
              <a:rPr lang="en-US" dirty="0" smtClean="0"/>
              <a:t>.</a:t>
            </a:r>
          </a:p>
          <a:p>
            <a:r>
              <a:rPr lang="en-US" b="1" u="sng" dirty="0"/>
              <a:t>Speakers</a:t>
            </a:r>
            <a:r>
              <a:rPr lang="en-US" dirty="0"/>
              <a:t>: Speakers output audio generated by the computer, allowing users to hear sound effects, music, voice-overs, and other audio content.</a:t>
            </a:r>
            <a:endParaRPr lang="en-US" dirty="0" smtClean="0"/>
          </a:p>
          <a:p>
            <a:r>
              <a:rPr lang="en-US" b="1" u="sng" dirty="0"/>
              <a:t>Headphones</a:t>
            </a:r>
            <a:r>
              <a:rPr lang="en-US" dirty="0"/>
              <a:t>: Similar to speakers, headphones deliver audio output to users but in a more private manner. They're often used for listening to music, audio calls, or multimedia content without disturbing others.</a:t>
            </a:r>
            <a:endParaRPr lang="en-US" dirty="0" smtClean="0"/>
          </a:p>
          <a:p>
            <a:pPr marL="0" indent="0">
              <a:buNone/>
            </a:pPr>
            <a:endParaRPr lang="en-US" dirty="0" smtClean="0"/>
          </a:p>
          <a:p>
            <a:pPr marL="0" indent="0">
              <a:buNone/>
            </a:pPr>
            <a:endParaRPr lang="en-US" dirty="0"/>
          </a:p>
          <a:p>
            <a:endParaRPr lang="en-US" dirty="0" smtClean="0"/>
          </a:p>
          <a:p>
            <a:endParaRPr lang="en-US" dirty="0"/>
          </a:p>
          <a:p>
            <a:endParaRPr lang="en-US" dirty="0" smtClean="0"/>
          </a:p>
          <a:p>
            <a:endParaRPr lang="en-US" dirty="0"/>
          </a:p>
          <a:p>
            <a:endParaRPr lang="en-US" dirty="0" smtClean="0"/>
          </a:p>
          <a:p>
            <a:pPr marL="0" indent="0">
              <a:buNone/>
            </a:pPr>
            <a:endParaRPr lang="en-US" dirty="0" smtClean="0"/>
          </a:p>
          <a:p>
            <a:pPr marL="0" indent="0">
              <a:buNone/>
            </a:pP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0575" y="5068503"/>
            <a:ext cx="3885222" cy="1789497"/>
          </a:xfrm>
          <a:prstGeom prst="rect">
            <a:avLst/>
          </a:prstGeom>
        </p:spPr>
      </p:pic>
    </p:spTree>
    <p:extLst>
      <p:ext uri="{BB962C8B-B14F-4D97-AF65-F5344CB8AC3E}">
        <p14:creationId xmlns:p14="http://schemas.microsoft.com/office/powerpoint/2010/main" val="316300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r>
              <a:rPr lang="en-US" dirty="0" smtClean="0">
                <a:solidFill>
                  <a:schemeClr val="tx1"/>
                </a:solidFill>
              </a:rPr>
              <a:t/>
            </a:r>
            <a:br>
              <a:rPr lang="en-US"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a:xfrm>
            <a:off x="588723" y="1722178"/>
            <a:ext cx="8685279" cy="4252737"/>
          </a:xfrm>
        </p:spPr>
        <p:txBody>
          <a:bodyPr>
            <a:normAutofit/>
          </a:bodyPr>
          <a:lstStyle/>
          <a:p>
            <a:pPr>
              <a:buFont typeface="Wingdings" panose="05000000000000000000" pitchFamily="2" charset="2"/>
              <a:buChar char="Ø"/>
            </a:pPr>
            <a:r>
              <a:rPr lang="en-US" sz="3200" b="1" u="sng" dirty="0" smtClean="0">
                <a:effectLst>
                  <a:outerShdw blurRad="38100" dist="38100" dir="2700000" algn="tl">
                    <a:srgbClr val="000000">
                      <a:alpha val="43137"/>
                    </a:srgbClr>
                  </a:outerShdw>
                </a:effectLst>
              </a:rPr>
              <a:t>Storage devices</a:t>
            </a:r>
            <a:endParaRPr lang="en-US" sz="1900" b="1" u="sng" dirty="0" smtClean="0">
              <a:effectLst>
                <a:outerShdw blurRad="38100" dist="38100" dir="2700000" algn="tl">
                  <a:srgbClr val="000000">
                    <a:alpha val="43137"/>
                  </a:srgbClr>
                </a:outerShdw>
              </a:effectLst>
            </a:endParaRPr>
          </a:p>
          <a:p>
            <a:r>
              <a:rPr lang="en-US" sz="1900" dirty="0" smtClean="0"/>
              <a:t>The </a:t>
            </a:r>
            <a:r>
              <a:rPr lang="en-US" sz="1900" dirty="0"/>
              <a:t>storage unit is a part of the computer system which is employed to store the information and instructions to be processed. A storage device is an integral part of the computer hardware which stores information/data to process the result of any computational work. Without a storage device, a computer would not be able to run or even boot up. Or in other words, we can say that a storage device is hardware that is used for storing, porting, or extracting data files. It </a:t>
            </a:r>
            <a:r>
              <a:rPr lang="en-US" sz="1900" dirty="0" smtClean="0"/>
              <a:t>can </a:t>
            </a:r>
            <a:r>
              <a:rPr lang="en-US" sz="1900" dirty="0"/>
              <a:t>also store information/data both temporarily and permanently</a:t>
            </a:r>
            <a:r>
              <a:rPr lang="en-US" sz="1900" dirty="0" smtClean="0"/>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9099" y="4659682"/>
            <a:ext cx="6905625" cy="1952298"/>
          </a:xfrm>
          <a:prstGeom prst="rect">
            <a:avLst/>
          </a:prstGeom>
        </p:spPr>
      </p:pic>
    </p:spTree>
    <p:extLst>
      <p:ext uri="{BB962C8B-B14F-4D97-AF65-F5344CB8AC3E}">
        <p14:creationId xmlns:p14="http://schemas.microsoft.com/office/powerpoint/2010/main" val="2737968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endParaRPr lang="en-US" b="1" u="sng"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b="1" u="sng" dirty="0">
                <a:effectLst>
                  <a:outerShdw blurRad="38100" dist="38100" dir="2700000" algn="tl">
                    <a:srgbClr val="000000">
                      <a:alpha val="43137"/>
                    </a:srgbClr>
                  </a:outerShdw>
                </a:effectLst>
              </a:rPr>
              <a:t>Types of Computer Memory</a:t>
            </a:r>
          </a:p>
          <a:p>
            <a:r>
              <a:rPr lang="en-US" dirty="0"/>
              <a:t>Primary Memory        Secondary Memory               Tertiary Memory</a:t>
            </a:r>
          </a:p>
          <a:p>
            <a:r>
              <a:rPr lang="en-US" dirty="0"/>
              <a:t> </a:t>
            </a:r>
            <a:r>
              <a:rPr lang="en-US" b="1" u="sng" dirty="0"/>
              <a:t>Primary Memory</a:t>
            </a:r>
            <a:r>
              <a:rPr lang="en-US" dirty="0"/>
              <a:t>: It is also known as internal memory and main memory. This is a section of the CPU that holds program instructions, input data, and intermediate results. It is generally smaller in size. RAM (Random Access Memory) and ROM (Read Only Memory) are examples of primary storage</a:t>
            </a:r>
          </a:p>
          <a:p>
            <a:r>
              <a:rPr lang="en-US" b="1" u="sng" dirty="0"/>
              <a:t> Secondary Memory</a:t>
            </a:r>
            <a:r>
              <a:rPr lang="en-US" dirty="0"/>
              <a:t>: Secondary storage is a memory that is stored external to the computer.  It is mainly used for the permanent and long-term storage of programs and data. Example Hard Disks, CDs, DVDs, Pen/Flash drives, SSD</a:t>
            </a:r>
          </a:p>
          <a:p>
            <a:r>
              <a:rPr lang="en-US" b="1" u="sng" dirty="0"/>
              <a:t> Tertiary Memory</a:t>
            </a:r>
            <a:r>
              <a:rPr lang="en-US" dirty="0"/>
              <a:t>: Tertiary Memory is a type of Memory that is rarely used in personal computers and due to this, tertiary memory is not considered to be an important one. Tertiary memory works automatically without human intervention.</a:t>
            </a:r>
          </a:p>
          <a:p>
            <a:endParaRPr lang="en-US" dirty="0"/>
          </a:p>
        </p:txBody>
      </p:sp>
    </p:spTree>
    <p:extLst>
      <p:ext uri="{BB962C8B-B14F-4D97-AF65-F5344CB8AC3E}">
        <p14:creationId xmlns:p14="http://schemas.microsoft.com/office/powerpoint/2010/main" val="4231801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1"/>
                </a:solidFill>
                <a:effectLst>
                  <a:outerShdw blurRad="38100" dist="38100" dir="2700000" algn="tl">
                    <a:srgbClr val="000000">
                      <a:alpha val="43137"/>
                    </a:srgbClr>
                  </a:outerShdw>
                </a:effectLst>
              </a:rPr>
              <a:t>Classification of hardware devices</a:t>
            </a:r>
            <a:endParaRPr lang="en-US" b="1" u="sng"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77334" y="1609444"/>
            <a:ext cx="8622649" cy="4302841"/>
          </a:xfrm>
        </p:spPr>
        <p:txBody>
          <a:bodyPr>
            <a:normAutofit fontScale="92500"/>
          </a:bodyPr>
          <a:lstStyle/>
          <a:p>
            <a:r>
              <a:rPr lang="en-US" b="1" u="sng" dirty="0" smtClean="0"/>
              <a:t>Data communication</a:t>
            </a:r>
          </a:p>
          <a:p>
            <a:r>
              <a:rPr lang="en-US" dirty="0" smtClean="0"/>
              <a:t>A data communication device is any hardware component or device that facilitates the transmission of data from one point to an other. These devices are essential for sending and receive data over network. Example include; modems, switches, network interface cards, hubs, routers, smartphones, Television remote control.</a:t>
            </a:r>
          </a:p>
          <a:p>
            <a:r>
              <a:rPr lang="en-US" b="1" u="sng" dirty="0" smtClean="0"/>
              <a:t>Hubs</a:t>
            </a:r>
            <a:r>
              <a:rPr lang="en-US" dirty="0" smtClean="0"/>
              <a:t>: Connect multiple devices in a network.</a:t>
            </a:r>
          </a:p>
          <a:p>
            <a:r>
              <a:rPr lang="en-US" b="1" u="sng" dirty="0" smtClean="0"/>
              <a:t>Routers</a:t>
            </a:r>
            <a:r>
              <a:rPr lang="en-US" dirty="0" smtClean="0"/>
              <a:t>: Direct data between different network, such as between a local network and the internet.</a:t>
            </a:r>
          </a:p>
          <a:p>
            <a:r>
              <a:rPr lang="en-US" b="1" u="sng" dirty="0" smtClean="0"/>
              <a:t>Switches</a:t>
            </a:r>
            <a:r>
              <a:rPr lang="en-US" dirty="0" smtClean="0"/>
              <a:t>: Direct data within a network to its intended destination.</a:t>
            </a:r>
          </a:p>
          <a:p>
            <a:r>
              <a:rPr lang="en-US" b="1" u="sng" dirty="0" smtClean="0"/>
              <a:t>Smartphones</a:t>
            </a:r>
            <a:r>
              <a:rPr lang="en-US" dirty="0" smtClean="0"/>
              <a:t>: Combines multiple communication features likes calls, text, messages, internet, browsing and mobile apps.</a:t>
            </a:r>
          </a:p>
          <a:p>
            <a:r>
              <a:rPr lang="en-US" b="1" u="sng" dirty="0" smtClean="0"/>
              <a:t>Television remote controls</a:t>
            </a:r>
            <a:r>
              <a:rPr lang="en-US" dirty="0" smtClean="0"/>
              <a:t>: Enable users to interact with TVs for changing channels, adjusting volume and accessing feature  </a:t>
            </a:r>
          </a:p>
          <a:p>
            <a:endParaRPr lang="en-US" dirty="0"/>
          </a:p>
        </p:txBody>
      </p:sp>
    </p:spTree>
    <p:extLst>
      <p:ext uri="{BB962C8B-B14F-4D97-AF65-F5344CB8AC3E}">
        <p14:creationId xmlns:p14="http://schemas.microsoft.com/office/powerpoint/2010/main" val="64834223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385</TotalTime>
  <Words>860</Words>
  <Application>Microsoft Office PowerPoint</Application>
  <PresentationFormat>Widescreen</PresentationFormat>
  <Paragraphs>92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Trebuchet MS</vt:lpstr>
      <vt:lpstr>Wingdings</vt:lpstr>
      <vt:lpstr>Wingdings 3</vt:lpstr>
      <vt:lpstr>Facet</vt:lpstr>
      <vt:lpstr> </vt:lpstr>
      <vt:lpstr>COMPUTER HARDWARE PRESENTATION               BY GROUP 7</vt:lpstr>
      <vt:lpstr>Computer Hardware</vt:lpstr>
      <vt:lpstr>Classification of hardware devices</vt:lpstr>
      <vt:lpstr>Classification of hardware devices  </vt:lpstr>
      <vt:lpstr>Classification of hardware devices</vt:lpstr>
      <vt:lpstr>Classification of hardware devices </vt:lpstr>
      <vt:lpstr>Classification of hardware devices </vt:lpstr>
      <vt:lpstr>Classification of hardware devices</vt:lpstr>
      <vt:lpstr>Classification of hardware devices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Hardware</dc:title>
  <dc:creator>Microsoft account</dc:creator>
  <cp:lastModifiedBy>Microsoft account</cp:lastModifiedBy>
  <cp:revision>53</cp:revision>
  <dcterms:created xsi:type="dcterms:W3CDTF">2024-02-21T15:56:07Z</dcterms:created>
  <dcterms:modified xsi:type="dcterms:W3CDTF">2024-02-27T10:40:59Z</dcterms:modified>
</cp:coreProperties>
</file>